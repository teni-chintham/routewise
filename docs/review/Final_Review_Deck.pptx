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1952d78-048b-f803-483f-3e2aaff62f85}">
          <p14:sldIdLst>
            <p14:sldId id="256"/>
            <p14:sldId id="257"/>
            <p14:sldId id="258"/>
          </p14:sldIdLst>
        </p14:section>
        <p14:section name="How it works" id="{e6274c51-5f18-9f9d-215f-456847894f8b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Evaluation" id="{14400da3-856d-ee57-b7de-a9364b6e9b72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Memory, RAG, privacy" id="{2f1b6fe3-f80b-4799-faf1-0900babf90c1}">
          <p14:sldIdLst>
            <p14:sldId id="272"/>
            <p14:sldId id="273"/>
            <p14:sldId id="274"/>
          </p14:sldIdLst>
        </p14:section>
        <p14:section name="Close" id="{4d095f57-11c2-89f7-099d-c13e2ed5fa76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idea: any model can be plugged in, every model is scored on public benchmark tasks with a named score, the router uses that score per question, and personal context never leaves the laptop. Then go straight to what Review 2 asked us to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three criticisms in the panel's own words and the change for each. The rest of the talk is the evidence for these three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routing 179/200 vs Sonnet 178/200, McNemar p = 1.0, at $0.127 vs $2.506 per 1,000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right: recall memory and retrieve passages, classify the intent, score every eligible model with RUS, optionally try a local answer first for code and maths, generate, store the turn, log cost. Drawn by scripts/make_diagrams.py.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to the first criticism. The report has the full set: DFD level 0 and 1 (Yourdon notation), two use case diagrams, three class diagrams, a sequence diagram and an activity diagram. Each is produced by a script; the class diagram fails to build if a class it lists no longer matches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models were scored this way: qwen2.5-coder-3b, llama3.2-3b, llama3.2-1b, moondream-1.8b (local) and gemini-3.1-flash-lite, claude-haiku-5.5, claude-sonnet-5.5 (cloud).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'what is the score per model'. Calibration and test tasks never overlap.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'what is the score name'. Eligibility comes first: a model needs a scorecard for the task type, vision for images, and must be local when the question carries memory or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one row out loud: Haiku got 39 of 40 coding tasks, Wilson lower bound 0.871, times 0.6 is 0.523, and so on. The app's Chat tab shows this table for every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fixed by seed 2026 before anything runs. All results on the next slides are on the test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0.5-point lead over Sonnet is noise: they disagree on 11 tasks. If asked about Haiku alone: 88.5% at about the same cost; routing found that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shown without its interval: this is the answer to the 100% criticism.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faint line is the router as the cost weight rises from 0 to 0.9. The user chooses the point; the default sits at the knee.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RUS routing sends nothing to the laptop, because the small local models score far lower. Coding: 27 kept, 25 right. Maths: 30 kept, 29 right. The price is latency: the local attempt runs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the criticism head-on: the 100% was real but meaningless. The classifier fix kept routed accuracy the same and lowered cost, because writing prompts now reach the model measured best for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honesty checks: both graders reported, and a full second run of every cloud model. No change between runs is significant.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pipeline, different switches. Memory test: facts stated over four sessions, then 30 recall questions in a new session. Document test: 36 questions about a fictional company. Local models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measurement, not a claim. Normal questions without personal context can still go to the cloud, and those are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live demo is possible: streamlit run app.py, then repeat these two. Point at the Inspector: task type, the full RUS table, the local-first note and 'never left this computer'.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before the panel does. Each is in the report with its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 sentence. Offer the live demo if there is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Context-Aware Personal AI Assistant · BCSE497J Final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B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PROJECT-I · FINAL REVIEW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Personal AI Assistant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any model, score it on public tasks, route every question by that score, and keep memory and files on your own computer.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Nischay N · Tejas K M · Tenidhar Reddy Chintham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32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Mary Mekala A · School of Computer Science and Engineering, VIT Vellore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899855" y="5532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2026</a:t>
            </a:r>
            <a:endParaRPr lang="en-US" sz="14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Review 2 asked us to fix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diagrams look AI-generated and the actor graph is off.”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diagram is generated by a script from the code, in standard UML and Yourdon notation. Class diagrams are parsed from the source; use cases match real app controls.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41732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916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the score name? How is each model graded?”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7432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Utility Score (RUS), built from a measured scorecard per model and task type: accuracy with a 95% interval, real cost, real latency.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41732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916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“Direct questions show 100%. How is it 100%?”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7432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measured on our own prompts. On 200 unseen public prompts the classifier now scores 97%, and every rate shows its n and 95% interval.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goals, one assistant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can be plugged 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(Ollama) or cloud (Anthropic, Gemini, any OpenAI-compatible API). One entry in models.yaml, one calibration run.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2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on your computer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5603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documents, history and scorecards live in a local folder. A question that carries any of them is answered by a local model only.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94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what a question needs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5603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goes to the model with the best measured trade-off of accuracy, cost and speed for its task type.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94415" cy="1554480"/>
          </a:xfrm>
          <a:prstGeom prst="roundRect">
            <a:avLst>
              <a:gd name="adj" fmla="val 7059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617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 cheaper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617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always using Claude Sonnet 5.5, at the same accuracy: 89.5% vs 89% on 200 unseen public tasks.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one pipeline, three switches</a:t>
            </a:r>
            <a:endParaRPr lang="en-US" sz="3000" dirty="0"/>
          </a:p>
        </p:txBody>
      </p:sp>
      <p:pic>
        <p:nvPicPr>
          <p:cNvPr id="3" name="Image 0" descr="Architecture diagram: everything inside the dashed box runs on the user's compu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2537"/>
            <a:ext cx="11094415" cy="3087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40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memory and RAG are switches on one Assistant class, so builds A to D are the same code. Everything inside the dashed box runs on the user's computer; only a prompt with no private context can reach a cloud model.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in standard notation, generated from the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UML use case diagram for the 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31607"/>
            <a:ext cx="5486400" cy="32862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235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(UML 2.5): every use case is a real app control; «extend» conditions name the build that enables it</a:t>
            </a:r>
            <a:endParaRPr lang="en-US" sz="1200" dirty="0"/>
          </a:p>
        </p:txBody>
      </p:sp>
      <p:pic>
        <p:nvPicPr>
          <p:cNvPr id="6" name="Image 1" descr="UML class diagram parsed from the source 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161" y="1371600"/>
            <a:ext cx="4244797" cy="4206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92240" y="5623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parsed from the source with types; composition, associations and dependencies as in the code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Plugging in a model takes two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Register it in models.yaml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651760"/>
          </a:xfrm>
          <a:prstGeom prst="roundRect">
            <a:avLst>
              <a:gd name="adj" fmla="val 4138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claude-haiku-5.5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anthropic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model: claude-haiku-5-5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api_key_env: ANTHROPIC_API_KEY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local: 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vision: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price_in: 0.10    # $ per 1M tokens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price_out: 0.50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17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Calibrate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6035040" cy="640080"/>
          </a:xfrm>
          <a:prstGeom prst="roundRect">
            <a:avLst>
              <a:gd name="adj" fmla="val 17143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13892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assistant calibrate --model claude-haiku-5.5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417320"/>
          <a:ext cx="4572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local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OpenAI, Groq, Together, LM Studio, vLLM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models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040880" y="38404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runs the 200 public calibration tasks and writes the model's scorecard. The router uses it on the next question. No code changes.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measured scorecard per model and task type</a:t>
            </a:r>
            <a:endParaRPr lang="en-US" sz="3000" dirty="0"/>
          </a:p>
        </p:txBody>
      </p:sp>
      <p:pic>
        <p:nvPicPr>
          <p:cNvPr id="3" name="Image 0" descr="Heatmap of calibration accuracy for seven models and five task typ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7281"/>
            <a:ext cx="6949440" cy="4903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14630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scorecard holds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tried and correct (40 per cell)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with its 95% Wilson interval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latency, measured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cost per question: real tokens × list price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41148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models lead on every type. The best local model reaches 80% on maths but 25% on factual questions.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score: Routing Utility Score (RUS)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1A3354"/>
          </a:solidFill>
          <a:ln w="12700">
            <a:solidFill>
              <a:srgbClr val="1A33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 = w</a:t>
            </a:r>
            <a:pPr algn="ctr" indent="0" marL="0">
              <a:buNone/>
            </a:pPr>
            <a:r>
              <a:rPr lang="en-US" sz="3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·A + w</a:t>
            </a:r>
            <a:pPr algn="ctr" indent="0" marL="0">
              <a:buNone/>
            </a:pPr>
            <a:r>
              <a:rPr lang="en-US" sz="3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·(1 − C / C</a:t>
            </a:r>
            <a:pPr algn="ctr" indent="0" marL="0">
              <a:buNone/>
            </a:pPr>
            <a:r>
              <a:rPr lang="en-US" sz="3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w</a:t>
            </a:r>
            <a:pPr algn="ctr" indent="0" marL="0">
              <a:buNone/>
            </a:pPr>
            <a:r>
              <a:rPr lang="en-US" sz="3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·(1 − L / L</a:t>
            </a:r>
            <a:pPr algn="ctr" indent="0" marL="0">
              <a:buNone/>
            </a:pPr>
            <a:r>
              <a:rPr lang="en-US" sz="3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01168" cy="201168"/>
          </a:xfrm>
          <a:prstGeom prst="ellipse">
            <a:avLst/>
          </a:prstGeom>
          <a:solidFill>
            <a:srgbClr val="8FB8EC"/>
          </a:solidFill>
          <a:ln w="12700">
            <a:solidFill>
              <a:srgbClr val="8FB8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accuracy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end of the 95% Wilson interval. 40/40 gives 0.91; 4/4 only 0.51, so small samples are not over-trusted.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2880360"/>
            <a:ext cx="201168" cy="201168"/>
          </a:xfrm>
          <a:prstGeom prst="ellipse">
            <a:avLst/>
          </a:prstGeom>
          <a:solidFill>
            <a:srgbClr val="F19A72"/>
          </a:solidFill>
          <a:ln w="12700">
            <a:solidFill>
              <a:srgbClr val="F19A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cost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33375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measured cost per question. Budget C_max = $0.002; at or above it the term is 0. Local models cost $0.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2880360"/>
            <a:ext cx="201168" cy="201168"/>
          </a:xfrm>
          <a:prstGeom prst="ellipse">
            <a:avLst/>
          </a:prstGeom>
          <a:solidFill>
            <a:srgbClr val="6FD3AD"/>
          </a:solidFill>
          <a:ln w="12700">
            <a:solidFill>
              <a:srgbClr val="6FD3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· latency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3375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seconds per answer on our machine. Budget L_max = 30 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weights 0.6 / 0.2 / 0.2, user-adjustable · highest RUS wins, ties go to the cheaper model · private context → local models only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 coding question, balanced weights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463040"/>
                <a:gridCol w="1463040"/>
                <a:gridCol w="1005840"/>
                <a:gridCol w="2377440"/>
                <a:gridCol w="7589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/ 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(Wilson low)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question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0.6A + 0.2C′ + 0.2L′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5.5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0.523 + 0.187 + 0.185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3.1 Flash-Lite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0.443 + 0.188 + 0.191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5.5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 + 0.038 + 0.186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qwen2.5-coder-3b (local)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0.239 + 0.200 + 0.167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5.5 wins. Sonnet is 1 task more accurate, but it spends 81% of the cost budget, so its cost term nearly vanishes. Move the slider to quality-first and Sonnet wins instead.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C′ = 1 − C / $0.002 · L′ = 1 − L / 30 s · coding calibration scorecards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public tasks, graded by rules, not by AI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6032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correct 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passes the dataset's own unit tests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GSM8K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number equals the gold 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Factual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Questions (open)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answer contains an accepted 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IFEval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stated instruction holds (length, format, keywords)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generated charts and shapes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known 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03920" y="1371600"/>
            <a:ext cx="3136392" cy="2011680"/>
          </a:xfrm>
          <a:prstGeom prst="roundRect">
            <a:avLst>
              <a:gd name="adj" fmla="val 5455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325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calibration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per type · build the scorecards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503920" y="3611880"/>
            <a:ext cx="3136392" cy="2011680"/>
          </a:xfrm>
          <a:prstGeom prst="roundRect">
            <a:avLst>
              <a:gd name="adj" fmla="val 5455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3252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94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test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4526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per type · never used to build scorecards or train the classifier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Sonnet's accuracy at a fraction of the cost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01168" cy="201168"/>
          </a:xfrm>
          <a:prstGeom prst="ellipse">
            <a:avLst/>
          </a:prstGeom>
          <a:solidFill>
            <a:srgbClr val="8FB8EC"/>
          </a:solidFill>
          <a:ln w="12700">
            <a:solidFill>
              <a:srgbClr val="8FB8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89.5%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(balanced), 179/200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84.5%–93%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1600200"/>
            <a:ext cx="201168" cy="201168"/>
          </a:xfrm>
          <a:prstGeom prst="ellipse">
            <a:avLst/>
          </a:prstGeom>
          <a:solidFill>
            <a:srgbClr val="F19A72"/>
          </a:solidFill>
          <a:ln w="12700">
            <a:solidFill>
              <a:srgbClr val="F19A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920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00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Claude Sonnet 5.5, 178/200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p = 1.0: no difference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600200"/>
            <a:ext cx="201168" cy="201168"/>
          </a:xfrm>
          <a:prstGeom prst="ellipse">
            <a:avLst/>
          </a:prstGeom>
          <a:solidFill>
            <a:srgbClr val="6FD3AD"/>
          </a:solidFill>
          <a:ln w="12700">
            <a:solidFill>
              <a:srgbClr val="6FD3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920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−95%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3200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$0.127 vs $2.506 per 1,000 questions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(₹11.1 vs ₹221)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significantly better than Gemini alone (86%, p = 0.02) and than the best local model (48%, p &lt; 0.001). It is not more accurate than Sonnet; it is equally accurate for far less money.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policy, with its uncertainty</a:t>
            </a:r>
            <a:endParaRPr lang="en-US" sz="3000" dirty="0"/>
          </a:p>
        </p:txBody>
      </p:sp>
      <p:pic>
        <p:nvPicPr>
          <p:cNvPr id="3" name="Image 0" descr="Accuracy with 95% intervals for every poli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5984"/>
            <a:ext cx="7132320" cy="50061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55280" y="146304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= share of the 200 test tasks answered correctly; line = 95% Wilson interval.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policies and the two Claude models overlap: statistically tied.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 picks, with hindsight, the cheapest model that got each task right: 92.5%. It is the ceiling for any router on these models.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policy buys, in rupees</a:t>
            </a:r>
            <a:endParaRPr lang="en-US" sz="3000" dirty="0"/>
          </a:p>
        </p:txBody>
      </p:sp>
      <p:pic>
        <p:nvPicPr>
          <p:cNvPr id="3" name="Image 0" descr="Accuracy against cost per 1,000 ques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3143"/>
            <a:ext cx="7132320" cy="4851795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/ 1k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Routed, balanced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Local-first cascade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Haiku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Gemini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Routed, quality-first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Sonnet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955280" y="4572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the cost weight to 0.8 sends 63% of questions to local models and accuracy falls to 65.5%.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first: keep an answer on the laptop if it checks 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coder's code must pass the example assert in the user's own prompt.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3258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local models must agree on the final number.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3258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94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the model RUS picks. No check uses the right answer.</a:t>
            </a:r>
            <a:endParaRPr lang="en-US" sz="1400" dirty="0"/>
          </a:p>
        </p:txBody>
      </p:sp>
      <p:pic>
        <p:nvPicPr>
          <p:cNvPr id="12" name="Image 0" descr="Which model answered the test questions under each routed poli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99938"/>
            <a:ext cx="6949440" cy="318984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863840" y="31089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2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28.5%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1148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questions answered on the laptop, at 88% accuracy (p = 0.79 vs Sonnet) and $0.105 per 1,000.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5303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answers were right 54 times in 57.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is it 100%?” It was not, on fair prompts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309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37160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after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37/40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40/40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91.2%–100%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38/40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40/40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91.2%–100%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Factual search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33/40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34/40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70.9%–92.9%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40/40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91.2%–100%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40/40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40/40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91.2%–100%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166/200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194/200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93.6%–98.6%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0" y="1371600"/>
            <a:ext cx="4297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100% came from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split of our own templated prompts: near-copies sat in both training and test.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our prompts plus the public calibration prompts; test on the 200 public test prompts it never saw. Misrouted questions: 34 → 6.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phrasings: 50/50, shown as “at least 93%” (95% CI), never as a bare 100%.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our own grading and stability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 audit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review found correct answers marked wrong (“Rachel Bilson” vs the accepted “Rachel Sarah Bilson”). We added a word-overlap rule with guards and report both graders.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routed, strict grader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342900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94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Sonnet, strict grader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20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conclusion under either grader.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tasks, run twice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20240"/>
          <a:ext cx="51206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822960"/>
                <a:gridCol w="822960"/>
                <a:gridCol w="548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mark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5.5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177/200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173/200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5.5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178/200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178/200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3.1 Flash-Lite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170/198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170/198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492240" y="38404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changes between runs; the pass or fail mark does not. Total paid API spend: about $1.87 under a $5 cap enforced in code.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what memory and retrieval each add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1828800"/>
                <a:gridCol w="1828800"/>
                <a:gridCol w="1828800"/>
                <a:gridCol w="15819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Q&amp;A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Made-up answers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to a source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+ memory + RAG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35/36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switch does its one job; the full build D keeps both: recall 28/30 (95% CI 78.7%–98.2%), document answers 32/36. Model B's 30/30 is shown with its interval, 88.6%–100%, not as a bare 100%.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Privacy: personal context never left the laptop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question carries a recalled memory, a retrieved passage or earlier turns, only local models are eligible. Cloud models are not even scored.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one local folder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database · document index · scorecards · cost ledger · egress log (size and hash of each cloud request, never its text)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75120" y="1463040"/>
            <a:ext cx="4965192" cy="4206240"/>
          </a:xfrm>
          <a:prstGeom prst="roundRect">
            <a:avLst>
              <a:gd name="adj" fmla="val 2609"/>
            </a:avLst>
          </a:prstGeom>
          <a:solidFill>
            <a:srgbClr val="1A3354"/>
          </a:solidFill>
          <a:ln w="12700">
            <a:solidFill>
              <a:srgbClr val="1A33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CHECK · BUILD D · ALL 8 REGISTERED MODELS AVAILABLE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21945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6FD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54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35204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carrying personal context went to a cloud model.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4434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stayed at 28/30 with every cloud model available.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every decision is shown</a:t>
            </a:r>
            <a:endParaRPr lang="en-US" sz="3000" dirty="0"/>
          </a:p>
        </p:txBody>
      </p:sp>
      <p:pic>
        <p:nvPicPr>
          <p:cNvPr id="3" name="Image 0" descr="A maths question answered on the laptop because two local models agre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44" y="1280160"/>
            <a:ext cx="4181351" cy="4206240"/>
          </a:xfrm>
          <a:prstGeom prst="rect">
            <a:avLst/>
          </a:prstGeom>
        </p:spPr>
      </p:pic>
      <p:pic>
        <p:nvPicPr>
          <p:cNvPr id="4" name="Image 1" descr="A memory question answered locally; cloud models exclud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156" y="1280160"/>
            <a:ext cx="4181351" cy="4206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577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Maths: two local models agree on 1000, so the answer stays on the laptop. RUS alone would have picked Claude Haiku.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245352" y="5577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“Where do I work?” recalls a stored fact, so every cloud model is excluded and the answer never leaves the computer.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94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not claim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test tasks: intervals are about ±5 points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benchmark, Haiku alone is nearly as good as routing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still misroutes 6 of 200 public prompts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are 1B–3B; alone they reach 48%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tasks are generated and easy for cloud models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mini is registered but was not scored (no API credit)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371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92024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7B–8B local models to raise the on-device share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cheap checks for the local-first step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embedding-based intent classifier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benchmark runs with the same scripts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automatically when a provider changes price or model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accuracy as the best cloud model, a fraction of the cost, and personal data that never leaves the laptop.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github.com/teni-chintham/context-aware-ai-assistant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everything: run_final.command · MIT licence</a:t>
            </a:r>
            <a:endParaRPr lang="en-US" sz="15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xt-Aware Assistant">
  <a:themeElements>
    <a:clrScheme name="Context-Aware Assistant">
      <a:dk1>
        <a:srgbClr val="1B2430"/>
      </a:dk1>
      <a:lt1>
        <a:srgbClr val="FFFFFF"/>
      </a:lt1>
      <a:dk2>
        <a:srgbClr val="10233F"/>
      </a:dk2>
      <a:lt2>
        <a:srgbClr val="F2F5F9"/>
      </a:lt2>
      <a:accent1>
        <a:srgbClr val="2A78D6"/>
      </a:accent1>
      <a:accent2>
        <a:srgbClr val="EB6834"/>
      </a:accent2>
      <a:accent3>
        <a:srgbClr val="1BAF7A"/>
      </a:accent3>
      <a:accent4>
        <a:srgbClr val="8FB8EC"/>
      </a:accent4>
      <a:accent5>
        <a:srgbClr val="B9471A"/>
      </a:accent5>
      <a:accent6>
        <a:srgbClr val="127A55"/>
      </a:accent6>
      <a:hlink>
        <a:srgbClr val="2A78D6"/>
      </a:hlink>
      <a:folHlink>
        <a:srgbClr val="1F4E79"/>
      </a:folHlink>
    </a:clrScheme>
    <a:fontScheme name="Context-Aware Assista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VIT Vellore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Context-Aware Personal AI Assistant: Final Review</dc:title>
  <dc:subject>PptxGenJS Presentation</dc:subject>
  <dc:creator>Nischay N, Tejas K M, Tenidhar Reddy Chintham</dc:creator>
  <cp:lastModifiedBy>Nischay N, Tejas K M, Tenidhar Reddy Chintham</cp:lastModifiedBy>
  <cp:revision>1</cp:revision>
  <dcterms:created xsi:type="dcterms:W3CDTF">2026-10-20T10:42:09Z</dcterms:created>
  <dcterms:modified xsi:type="dcterms:W3CDTF">2026-10-20T10:42:09Z</dcterms:modified>
</cp:coreProperties>
</file>